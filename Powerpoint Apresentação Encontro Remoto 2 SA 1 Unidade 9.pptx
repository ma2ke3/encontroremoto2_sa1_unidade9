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10d3648db4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10d3648db4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10d3648db42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10d3648db4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10d3648db4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10d3648db4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0d3648db42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0d3648db42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0d3648db42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0d3648db42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10d3648db42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10d3648db42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0d3648db42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0d3648db42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0d3648db42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0d3648db42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Layouts da </a:t>
            </a:r>
            <a:r>
              <a:rPr i="1" lang="pt-BR"/>
              <a:t>Retrogames</a:t>
            </a:r>
            <a:endParaRPr i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Apresentação dos layouts da </a:t>
            </a:r>
            <a:r>
              <a:rPr i="1" lang="pt-BR"/>
              <a:t>Retrogames</a:t>
            </a:r>
            <a:endParaRPr i="1"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1"/>
                </a:solidFill>
              </a:rPr>
              <a:t>© 2021 </a:t>
            </a:r>
            <a:r>
              <a:rPr i="1" lang="pt-BR">
                <a:solidFill>
                  <a:schemeClr val="dk1"/>
                </a:solidFill>
              </a:rPr>
              <a:t>RETROGAMES</a:t>
            </a:r>
            <a:r>
              <a:rPr lang="pt-BR">
                <a:solidFill>
                  <a:schemeClr val="dk1"/>
                </a:solidFill>
              </a:rPr>
              <a:t> solicitou três layouts para seus sites em formato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arenR"/>
            </a:pPr>
            <a:r>
              <a:rPr lang="pt-BR">
                <a:solidFill>
                  <a:schemeClr val="dk1"/>
                </a:solidFill>
              </a:rPr>
              <a:t>desktop;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arenR"/>
            </a:pPr>
            <a:r>
              <a:rPr lang="pt-BR">
                <a:solidFill>
                  <a:schemeClr val="dk1"/>
                </a:solidFill>
              </a:rPr>
              <a:t>mobile, e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arenR"/>
            </a:pPr>
            <a:r>
              <a:rPr lang="pt-BR">
                <a:solidFill>
                  <a:schemeClr val="dk1"/>
                </a:solidFill>
              </a:rPr>
              <a:t>tablet.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>
                <a:solidFill>
                  <a:schemeClr val="dk1"/>
                </a:solidFill>
              </a:rPr>
              <a:t>Trata-se de uma página de notícias, especializada em jogos retrô.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1638" y="3430488"/>
            <a:ext cx="1095375" cy="885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87013" y="3578113"/>
            <a:ext cx="3571875" cy="59055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2541300" y="4168675"/>
            <a:ext cx="4061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Logo mínimo e logo completo da </a:t>
            </a:r>
            <a:r>
              <a:rPr i="1" lang="pt-BR"/>
              <a:t>Retrogames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Layout </a:t>
            </a:r>
            <a:r>
              <a:rPr i="1" lang="pt-BR"/>
              <a:t>Retrogames</a:t>
            </a:r>
            <a:endParaRPr i="1"/>
          </a:p>
        </p:txBody>
      </p:sp>
      <p:sp>
        <p:nvSpPr>
          <p:cNvPr id="69" name="Google Shape;69;p15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Versão desktop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1920p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Imagem printscreen de fragmento do layout desktop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6475" y="232550"/>
            <a:ext cx="5591053" cy="392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Layout </a:t>
            </a:r>
            <a:r>
              <a:rPr i="1" lang="pt-BR"/>
              <a:t>Retrogames</a:t>
            </a:r>
            <a:endParaRPr i="1"/>
          </a:p>
        </p:txBody>
      </p:sp>
      <p:sp>
        <p:nvSpPr>
          <p:cNvPr id="82" name="Google Shape;82;p1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Versão mobile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320p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45353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Imagem printscreen de fragmento do layout mobile</a:t>
            </a:r>
            <a:endParaRPr/>
          </a:p>
        </p:txBody>
      </p:sp>
      <p:pic>
        <p:nvPicPr>
          <p:cNvPr id="88" name="Google Shape;8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9775" y="272650"/>
            <a:ext cx="2528700" cy="4360443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75200" y="747713"/>
            <a:ext cx="2590800" cy="3648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Layout </a:t>
            </a:r>
            <a:r>
              <a:rPr i="1" lang="pt-BR"/>
              <a:t>Retrogames</a:t>
            </a:r>
            <a:endParaRPr i="1"/>
          </a:p>
        </p:txBody>
      </p:sp>
      <p:sp>
        <p:nvSpPr>
          <p:cNvPr id="95" name="Google Shape;95;p1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Versão tablet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768p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idx="1" type="body"/>
          </p:nvPr>
        </p:nvSpPr>
        <p:spPr>
          <a:xfrm>
            <a:off x="311700" y="43829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Imagem printscreen de fragmento do layout para tablet</a:t>
            </a:r>
            <a:endParaRPr/>
          </a:p>
        </p:txBody>
      </p:sp>
      <p:pic>
        <p:nvPicPr>
          <p:cNvPr id="102" name="Google Shape;10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3225" y="318450"/>
            <a:ext cx="2528700" cy="406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37850" y="392000"/>
            <a:ext cx="4810125" cy="399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92929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6050" y="2276463"/>
            <a:ext cx="357187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