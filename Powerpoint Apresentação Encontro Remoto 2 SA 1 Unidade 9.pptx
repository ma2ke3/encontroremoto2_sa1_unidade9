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0d3648db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0d3648db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0d3648db4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0d3648db4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d3648db4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d3648db4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0d3648db4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0d3648db4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d3648db4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0d3648db4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d3648db4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d3648db4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d3648db4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0d3648db4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69fa14b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169fa14b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169fa14b1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169fa14b1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69fa14b1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169fa14b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d3648db4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0d3648db4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Layouts da </a:t>
            </a:r>
            <a:r>
              <a:rPr i="1" lang="pt-BR"/>
              <a:t>Retrogames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dos layouts da </a:t>
            </a:r>
            <a:r>
              <a:rPr i="1" lang="pt-BR"/>
              <a:t>Retrogames</a:t>
            </a:r>
            <a:endParaRPr i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© 2021 </a:t>
            </a:r>
            <a:r>
              <a:rPr i="1" lang="pt-BR">
                <a:solidFill>
                  <a:schemeClr val="dk1"/>
                </a:solidFill>
              </a:rPr>
              <a:t>RETROGAMES</a:t>
            </a:r>
            <a:r>
              <a:rPr lang="pt-BR">
                <a:solidFill>
                  <a:schemeClr val="dk1"/>
                </a:solidFill>
              </a:rPr>
              <a:t> solicitou três layouts para seus sites em formato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desktop;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mobile, 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tablet.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</a:rPr>
              <a:t>Trata-se de uma página de notícias, especializada em jogos retrô.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638" y="3430488"/>
            <a:ext cx="109537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013" y="3578113"/>
            <a:ext cx="35718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541300" y="4168675"/>
            <a:ext cx="40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Logo mínimo e logo completo da </a:t>
            </a:r>
            <a:r>
              <a:rPr i="1" lang="pt-BR"/>
              <a:t>Retrogames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Layout </a:t>
            </a:r>
            <a:r>
              <a:rPr i="1" lang="pt-BR"/>
              <a:t>Retrogames</a:t>
            </a:r>
            <a:endParaRPr i="1"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Versão desktop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1920p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Imagem printscreen de fragmento do layout desktop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475" y="232550"/>
            <a:ext cx="5591053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Layout </a:t>
            </a:r>
            <a:r>
              <a:rPr i="1" lang="pt-BR"/>
              <a:t>Retrogames</a:t>
            </a:r>
            <a:endParaRPr i="1"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Versão mobile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320p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45353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Imagem printscreen de fragmento do layout mobile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775" y="272650"/>
            <a:ext cx="2528700" cy="4360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5200" y="747713"/>
            <a:ext cx="259080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Layout </a:t>
            </a:r>
            <a:r>
              <a:rPr i="1" lang="pt-BR"/>
              <a:t>Retrogames</a:t>
            </a:r>
            <a:endParaRPr i="1"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Versão tablet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768p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43829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Imagem printscreen de fragmento do layout para tablet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225" y="318450"/>
            <a:ext cx="2528700" cy="406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850" y="392000"/>
            <a:ext cx="4810125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 i="1"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Revisão das necessidades do briefing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UX, UI e Design Interativo</a:t>
            </a:r>
            <a:endParaRPr/>
          </a:p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que maneira respondem os sites desenvolvidos a estes princípios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Dificuldades</a:t>
            </a:r>
            <a:endParaRPr i="1"/>
          </a:p>
        </p:txBody>
      </p:sp>
      <p:sp>
        <p:nvSpPr>
          <p:cNvPr id="119" name="Google Shape;119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Dificuldades de </a:t>
            </a:r>
            <a:r>
              <a:rPr lang="pt-BR"/>
              <a:t>desenvolvimento para desktop, tablet e smartphone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929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050" y="2276463"/>
            <a:ext cx="357187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